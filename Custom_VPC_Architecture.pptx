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59E3D-5572-4523-9850-2F23D9FE423F}" v="12" dt="2024-06-25T14:19:52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67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uk Mudgal" userId="b008348a-5837-4350-9852-6474d864fc9c" providerId="ADAL" clId="{40A59E3D-5572-4523-9850-2F23D9FE423F}"/>
    <pc:docChg chg="undo custSel addSld modSld sldOrd">
      <pc:chgData name="Bhavuk Mudgal" userId="b008348a-5837-4350-9852-6474d864fc9c" providerId="ADAL" clId="{40A59E3D-5572-4523-9850-2F23D9FE423F}" dt="2024-06-26T16:02:00.496" v="2124" actId="26606"/>
      <pc:docMkLst>
        <pc:docMk/>
      </pc:docMkLst>
      <pc:sldChg chg="addSp delSp modSp new mod ord setBg">
        <pc:chgData name="Bhavuk Mudgal" userId="b008348a-5837-4350-9852-6474d864fc9c" providerId="ADAL" clId="{40A59E3D-5572-4523-9850-2F23D9FE423F}" dt="2024-06-26T16:01:06.052" v="2116" actId="26606"/>
        <pc:sldMkLst>
          <pc:docMk/>
          <pc:sldMk cId="2751696690" sldId="256"/>
        </pc:sldMkLst>
        <pc:spChg chg="mo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2" creationId="{B53EF21D-D49F-3890-F4AD-83E2E9BF5FE8}"/>
          </ac:spMkLst>
        </pc:spChg>
        <pc:spChg chg="mo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3" creationId="{794C65D5-C683-2C4B-45D5-03095253FFFD}"/>
          </ac:spMkLst>
        </pc:spChg>
        <pc:spChg chg="add del">
          <ac:chgData name="Bhavuk Mudgal" userId="b008348a-5837-4350-9852-6474d864fc9c" providerId="ADAL" clId="{40A59E3D-5572-4523-9850-2F23D9FE423F}" dt="2024-06-24T07:47:57.827" v="868" actId="26606"/>
          <ac:spMkLst>
            <pc:docMk/>
            <pc:sldMk cId="2751696690" sldId="256"/>
            <ac:spMk id="8" creationId="{081EA652-8C6A-4E69-BEB9-170809474553}"/>
          </ac:spMkLst>
        </pc:spChg>
        <pc:spChg chg="add del">
          <ac:chgData name="Bhavuk Mudgal" userId="b008348a-5837-4350-9852-6474d864fc9c" providerId="ADAL" clId="{40A59E3D-5572-4523-9850-2F23D9FE423F}" dt="2024-06-24T07:47:57.827" v="868" actId="26606"/>
          <ac:spMkLst>
            <pc:docMk/>
            <pc:sldMk cId="2751696690" sldId="256"/>
            <ac:spMk id="10" creationId="{5298780A-33B9-4EA2-8F67-DE68AD62841B}"/>
          </ac:spMkLst>
        </pc:spChg>
        <pc:spChg chg="add del">
          <ac:chgData name="Bhavuk Mudgal" userId="b008348a-5837-4350-9852-6474d864fc9c" providerId="ADAL" clId="{40A59E3D-5572-4523-9850-2F23D9FE423F}" dt="2024-06-24T07:47:57.827" v="868" actId="26606"/>
          <ac:spMkLst>
            <pc:docMk/>
            <pc:sldMk cId="2751696690" sldId="256"/>
            <ac:spMk id="12" creationId="{7F488E8B-4E1E-4402-8935-D4E6C02615C7}"/>
          </ac:spMkLst>
        </pc:spChg>
        <pc:spChg chg="add del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14" creationId="{C9A36457-A5F4-4103-A443-02581C09185B}"/>
          </ac:spMkLst>
        </pc:spChg>
        <pc:spChg chg="add del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15" creationId="{DC5FB7E8-B636-40FA-BE8D-48145C0F5C57}"/>
          </ac:spMkLst>
        </pc:spChg>
        <pc:spChg chg="add del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16" creationId="{142DCE2C-2863-46FA-9BE7-24365A24D9BA}"/>
          </ac:spMkLst>
        </pc:spChg>
        <pc:spChg chg="ad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21" creationId="{09588DA8-065E-4F6F-8EFD-43104AB2E0CF}"/>
          </ac:spMkLst>
        </pc:spChg>
        <pc:spChg chg="ad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23" creationId="{C4285719-470E-454C-AF62-8323075F1F5B}"/>
          </ac:spMkLst>
        </pc:spChg>
        <pc:spChg chg="ad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25" creationId="{CD9FE4EF-C4D8-49A0-B2FF-81D8DB7D8A24}"/>
          </ac:spMkLst>
        </pc:spChg>
        <pc:spChg chg="ad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27" creationId="{4300840D-0A0B-4512-BACA-B439D5B9C57C}"/>
          </ac:spMkLst>
        </pc:spChg>
        <pc:spChg chg="ad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29" creationId="{D2B78728-A580-49A7-84F9-6EF6F583ADE0}"/>
          </ac:spMkLst>
        </pc:spChg>
        <pc:spChg chg="ad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31" creationId="{38FAA1A1-D861-433F-88FA-1E9D6FD31D11}"/>
          </ac:spMkLst>
        </pc:spChg>
        <pc:spChg chg="add">
          <ac:chgData name="Bhavuk Mudgal" userId="b008348a-5837-4350-9852-6474d864fc9c" providerId="ADAL" clId="{40A59E3D-5572-4523-9850-2F23D9FE423F}" dt="2024-06-26T16:01:06.052" v="2116" actId="26606"/>
          <ac:spMkLst>
            <pc:docMk/>
            <pc:sldMk cId="2751696690" sldId="256"/>
            <ac:spMk id="33" creationId="{8D71EDA1-87BF-4D5D-AB79-F346FD19278A}"/>
          </ac:spMkLst>
        </pc:spChg>
        <pc:picChg chg="add del mod">
          <ac:chgData name="Bhavuk Mudgal" userId="b008348a-5837-4350-9852-6474d864fc9c" providerId="ADAL" clId="{40A59E3D-5572-4523-9850-2F23D9FE423F}" dt="2024-06-16T02:29:31.814" v="470" actId="22"/>
          <ac:picMkLst>
            <pc:docMk/>
            <pc:sldMk cId="2751696690" sldId="256"/>
            <ac:picMk id="5" creationId="{95E1B751-AC36-9CA7-DDBB-64AE7EBE9C80}"/>
          </ac:picMkLst>
        </pc:picChg>
      </pc:sldChg>
      <pc:sldChg chg="addSp delSp modSp new mod ord setBg">
        <pc:chgData name="Bhavuk Mudgal" userId="b008348a-5837-4350-9852-6474d864fc9c" providerId="ADAL" clId="{40A59E3D-5572-4523-9850-2F23D9FE423F}" dt="2024-06-26T16:01:14.793" v="2119" actId="26606"/>
        <pc:sldMkLst>
          <pc:docMk/>
          <pc:sldMk cId="2068470089" sldId="257"/>
        </pc:sldMkLst>
        <pc:spChg chg="mod">
          <ac:chgData name="Bhavuk Mudgal" userId="b008348a-5837-4350-9852-6474d864fc9c" providerId="ADAL" clId="{40A59E3D-5572-4523-9850-2F23D9FE423F}" dt="2024-06-26T16:01:14.793" v="2119" actId="26606"/>
          <ac:spMkLst>
            <pc:docMk/>
            <pc:sldMk cId="2068470089" sldId="257"/>
            <ac:spMk id="2" creationId="{C3E494E2-ACD8-3AE9-1D0B-6996EA19E5E7}"/>
          </ac:spMkLst>
        </pc:spChg>
        <pc:spChg chg="del">
          <ac:chgData name="Bhavuk Mudgal" userId="b008348a-5837-4350-9852-6474d864fc9c" providerId="ADAL" clId="{40A59E3D-5572-4523-9850-2F23D9FE423F}" dt="2024-06-16T02:30:03.046" v="494" actId="478"/>
          <ac:spMkLst>
            <pc:docMk/>
            <pc:sldMk cId="2068470089" sldId="257"/>
            <ac:spMk id="3" creationId="{8BFE3372-0F16-92AF-B480-A42203920F2B}"/>
          </ac:spMkLst>
        </pc:spChg>
        <pc:spChg chg="add del">
          <ac:chgData name="Bhavuk Mudgal" userId="b008348a-5837-4350-9852-6474d864fc9c" providerId="ADAL" clId="{40A59E3D-5572-4523-9850-2F23D9FE423F}" dt="2024-06-26T16:01:14.777" v="2118" actId="26606"/>
          <ac:spMkLst>
            <pc:docMk/>
            <pc:sldMk cId="2068470089" sldId="257"/>
            <ac:spMk id="7" creationId="{A4AC5506-6312-4701-8D3C-40187889A947}"/>
          </ac:spMkLst>
        </pc:spChg>
        <pc:spChg chg="add">
          <ac:chgData name="Bhavuk Mudgal" userId="b008348a-5837-4350-9852-6474d864fc9c" providerId="ADAL" clId="{40A59E3D-5572-4523-9850-2F23D9FE423F}" dt="2024-06-26T16:01:14.793" v="2119" actId="26606"/>
          <ac:spMkLst>
            <pc:docMk/>
            <pc:sldMk cId="2068470089" sldId="257"/>
            <ac:spMk id="9" creationId="{A8384FB5-9ADC-4DDC-881B-597D56F5B15D}"/>
          </ac:spMkLst>
        </pc:spChg>
        <pc:spChg chg="add del">
          <ac:chgData name="Bhavuk Mudgal" userId="b008348a-5837-4350-9852-6474d864fc9c" providerId="ADAL" clId="{40A59E3D-5572-4523-9850-2F23D9FE423F}" dt="2024-06-24T07:47:30.321" v="864" actId="26606"/>
          <ac:spMkLst>
            <pc:docMk/>
            <pc:sldMk cId="2068470089" sldId="257"/>
            <ac:spMk id="10" creationId="{6753252F-4873-4F63-801D-CC719279A7D5}"/>
          </ac:spMkLst>
        </pc:spChg>
        <pc:spChg chg="add">
          <ac:chgData name="Bhavuk Mudgal" userId="b008348a-5837-4350-9852-6474d864fc9c" providerId="ADAL" clId="{40A59E3D-5572-4523-9850-2F23D9FE423F}" dt="2024-06-26T16:01:14.793" v="2119" actId="26606"/>
          <ac:spMkLst>
            <pc:docMk/>
            <pc:sldMk cId="2068470089" sldId="257"/>
            <ac:spMk id="11" creationId="{91E5A9A7-95C6-4F4F-B00E-C82E07FE62EF}"/>
          </ac:spMkLst>
        </pc:spChg>
        <pc:spChg chg="add del">
          <ac:chgData name="Bhavuk Mudgal" userId="b008348a-5837-4350-9852-6474d864fc9c" providerId="ADAL" clId="{40A59E3D-5572-4523-9850-2F23D9FE423F}" dt="2024-06-24T07:47:30.321" v="864" actId="26606"/>
          <ac:spMkLst>
            <pc:docMk/>
            <pc:sldMk cId="2068470089" sldId="257"/>
            <ac:spMk id="12" creationId="{047C8CCB-F95D-4249-92DD-651249D3535A}"/>
          </ac:spMkLst>
        </pc:spChg>
        <pc:spChg chg="add">
          <ac:chgData name="Bhavuk Mudgal" userId="b008348a-5837-4350-9852-6474d864fc9c" providerId="ADAL" clId="{40A59E3D-5572-4523-9850-2F23D9FE423F}" dt="2024-06-26T16:01:14.793" v="2119" actId="26606"/>
          <ac:spMkLst>
            <pc:docMk/>
            <pc:sldMk cId="2068470089" sldId="257"/>
            <ac:spMk id="13" creationId="{D07DD2DE-F619-49DD-B5E7-03A290FF4ED1}"/>
          </ac:spMkLst>
        </pc:spChg>
        <pc:spChg chg="add del">
          <ac:chgData name="Bhavuk Mudgal" userId="b008348a-5837-4350-9852-6474d864fc9c" providerId="ADAL" clId="{40A59E3D-5572-4523-9850-2F23D9FE423F}" dt="2024-06-24T07:47:41.461" v="866" actId="26606"/>
          <ac:spMkLst>
            <pc:docMk/>
            <pc:sldMk cId="2068470089" sldId="257"/>
            <ac:spMk id="14" creationId="{827DC2C4-B485-428A-BF4A-472D2967F47F}"/>
          </ac:spMkLst>
        </pc:spChg>
        <pc:spChg chg="add del">
          <ac:chgData name="Bhavuk Mudgal" userId="b008348a-5837-4350-9852-6474d864fc9c" providerId="ADAL" clId="{40A59E3D-5572-4523-9850-2F23D9FE423F}" dt="2024-06-24T07:47:41.461" v="866" actId="26606"/>
          <ac:spMkLst>
            <pc:docMk/>
            <pc:sldMk cId="2068470089" sldId="257"/>
            <ac:spMk id="15" creationId="{19D32F93-50AC-4C46-A5DB-291C60DDB7BD}"/>
          </ac:spMkLst>
        </pc:spChg>
        <pc:spChg chg="add del">
          <ac:chgData name="Bhavuk Mudgal" userId="b008348a-5837-4350-9852-6474d864fc9c" providerId="ADAL" clId="{40A59E3D-5572-4523-9850-2F23D9FE423F}" dt="2024-06-24T07:47:41.461" v="866" actId="26606"/>
          <ac:spMkLst>
            <pc:docMk/>
            <pc:sldMk cId="2068470089" sldId="257"/>
            <ac:spMk id="16" creationId="{4A62647B-1222-407C-8740-5A497612B1F5}"/>
          </ac:spMkLst>
        </pc:spChg>
        <pc:spChg chg="add del">
          <ac:chgData name="Bhavuk Mudgal" userId="b008348a-5837-4350-9852-6474d864fc9c" providerId="ADAL" clId="{40A59E3D-5572-4523-9850-2F23D9FE423F}" dt="2024-06-24T07:47:41.461" v="866" actId="26606"/>
          <ac:spMkLst>
            <pc:docMk/>
            <pc:sldMk cId="2068470089" sldId="257"/>
            <ac:spMk id="17" creationId="{86FD7672-78BE-4D6F-A711-2CDB79B52DFF}"/>
          </ac:spMkLst>
        </pc:spChg>
        <pc:spChg chg="add">
          <ac:chgData name="Bhavuk Mudgal" userId="b008348a-5837-4350-9852-6474d864fc9c" providerId="ADAL" clId="{40A59E3D-5572-4523-9850-2F23D9FE423F}" dt="2024-06-26T16:01:14.793" v="2119" actId="26606"/>
          <ac:spMkLst>
            <pc:docMk/>
            <pc:sldMk cId="2068470089" sldId="257"/>
            <ac:spMk id="18" creationId="{F8260ED5-17F7-4158-B241-D51DD4CF1B7E}"/>
          </ac:spMkLst>
        </pc:spChg>
        <pc:spChg chg="add">
          <ac:chgData name="Bhavuk Mudgal" userId="b008348a-5837-4350-9852-6474d864fc9c" providerId="ADAL" clId="{40A59E3D-5572-4523-9850-2F23D9FE423F}" dt="2024-06-26T16:01:14.793" v="2119" actId="26606"/>
          <ac:spMkLst>
            <pc:docMk/>
            <pc:sldMk cId="2068470089" sldId="257"/>
            <ac:spMk id="19" creationId="{85149191-5F60-4A28-AAFF-039F96B0F3EC}"/>
          </ac:spMkLst>
        </pc:spChg>
        <pc:picChg chg="add mod">
          <ac:chgData name="Bhavuk Mudgal" userId="b008348a-5837-4350-9852-6474d864fc9c" providerId="ADAL" clId="{40A59E3D-5572-4523-9850-2F23D9FE423F}" dt="2024-06-26T16:01:14.793" v="2119" actId="26606"/>
          <ac:picMkLst>
            <pc:docMk/>
            <pc:sldMk cId="2068470089" sldId="257"/>
            <ac:picMk id="5" creationId="{F8324D16-D959-064F-7231-22880E70996E}"/>
          </ac:picMkLst>
        </pc:picChg>
      </pc:sldChg>
      <pc:sldChg chg="addSp modSp new mod ord">
        <pc:chgData name="Bhavuk Mudgal" userId="b008348a-5837-4350-9852-6474d864fc9c" providerId="ADAL" clId="{40A59E3D-5572-4523-9850-2F23D9FE423F}" dt="2024-06-26T15:54:19.004" v="2108"/>
        <pc:sldMkLst>
          <pc:docMk/>
          <pc:sldMk cId="2853073681" sldId="258"/>
        </pc:sldMkLst>
        <pc:spChg chg="mod">
          <ac:chgData name="Bhavuk Mudgal" userId="b008348a-5837-4350-9852-6474d864fc9c" providerId="ADAL" clId="{40A59E3D-5572-4523-9850-2F23D9FE423F}" dt="2024-06-16T02:43:04.494" v="537" actId="27636"/>
          <ac:spMkLst>
            <pc:docMk/>
            <pc:sldMk cId="2853073681" sldId="258"/>
            <ac:spMk id="2" creationId="{87D1765B-E3A3-D511-6DDA-12406D79FCB0}"/>
          </ac:spMkLst>
        </pc:spChg>
        <pc:spChg chg="mod">
          <ac:chgData name="Bhavuk Mudgal" userId="b008348a-5837-4350-9852-6474d864fc9c" providerId="ADAL" clId="{40A59E3D-5572-4523-9850-2F23D9FE423F}" dt="2024-06-16T05:32:42.534" v="655" actId="20577"/>
          <ac:spMkLst>
            <pc:docMk/>
            <pc:sldMk cId="2853073681" sldId="258"/>
            <ac:spMk id="3" creationId="{02A9854E-9DBF-C140-BF8B-7631BD7F5BF3}"/>
          </ac:spMkLst>
        </pc:spChg>
        <pc:spChg chg="add">
          <ac:chgData name="Bhavuk Mudgal" userId="b008348a-5837-4350-9852-6474d864fc9c" providerId="ADAL" clId="{40A59E3D-5572-4523-9850-2F23D9FE423F}" dt="2024-06-16T02:45:57.064" v="542"/>
          <ac:spMkLst>
            <pc:docMk/>
            <pc:sldMk cId="2853073681" sldId="258"/>
            <ac:spMk id="4" creationId="{D3E9AC40-60C7-C2C7-0154-0B2FE54A1181}"/>
          </ac:spMkLst>
        </pc:spChg>
        <pc:spChg chg="add">
          <ac:chgData name="Bhavuk Mudgal" userId="b008348a-5837-4350-9852-6474d864fc9c" providerId="ADAL" clId="{40A59E3D-5572-4523-9850-2F23D9FE423F}" dt="2024-06-16T02:46:00.633" v="543"/>
          <ac:spMkLst>
            <pc:docMk/>
            <pc:sldMk cId="2853073681" sldId="258"/>
            <ac:spMk id="5" creationId="{D7906A17-AF63-0FDC-1C10-36A21EFD76DA}"/>
          </ac:spMkLst>
        </pc:spChg>
      </pc:sldChg>
      <pc:sldChg chg="addSp modSp new mod setBg">
        <pc:chgData name="Bhavuk Mudgal" userId="b008348a-5837-4350-9852-6474d864fc9c" providerId="ADAL" clId="{40A59E3D-5572-4523-9850-2F23D9FE423F}" dt="2024-06-26T16:02:00.496" v="2124" actId="26606"/>
        <pc:sldMkLst>
          <pc:docMk/>
          <pc:sldMk cId="977736195" sldId="259"/>
        </pc:sldMkLst>
        <pc:spChg chg="mod">
          <ac:chgData name="Bhavuk Mudgal" userId="b008348a-5837-4350-9852-6474d864fc9c" providerId="ADAL" clId="{40A59E3D-5572-4523-9850-2F23D9FE423F}" dt="2024-06-26T16:02:00.496" v="2124" actId="26606"/>
          <ac:spMkLst>
            <pc:docMk/>
            <pc:sldMk cId="977736195" sldId="259"/>
            <ac:spMk id="2" creationId="{6654C021-BD8C-8E4B-9183-6F1F5D9DAB99}"/>
          </ac:spMkLst>
        </pc:spChg>
        <pc:spChg chg="mod">
          <ac:chgData name="Bhavuk Mudgal" userId="b008348a-5837-4350-9852-6474d864fc9c" providerId="ADAL" clId="{40A59E3D-5572-4523-9850-2F23D9FE423F}" dt="2024-06-26T16:02:00.496" v="2124" actId="26606"/>
          <ac:spMkLst>
            <pc:docMk/>
            <pc:sldMk cId="977736195" sldId="259"/>
            <ac:spMk id="3" creationId="{1A92C5C3-9EB1-E254-B56B-30F75BE1B565}"/>
          </ac:spMkLst>
        </pc:spChg>
        <pc:spChg chg="add">
          <ac:chgData name="Bhavuk Mudgal" userId="b008348a-5837-4350-9852-6474d864fc9c" providerId="ADAL" clId="{40A59E3D-5572-4523-9850-2F23D9FE423F}" dt="2024-06-26T16:02:00.496" v="2124" actId="26606"/>
          <ac:spMkLst>
            <pc:docMk/>
            <pc:sldMk cId="977736195" sldId="259"/>
            <ac:spMk id="8" creationId="{1B15ED52-F352-441B-82BF-E0EA34836D08}"/>
          </ac:spMkLst>
        </pc:spChg>
        <pc:spChg chg="add">
          <ac:chgData name="Bhavuk Mudgal" userId="b008348a-5837-4350-9852-6474d864fc9c" providerId="ADAL" clId="{40A59E3D-5572-4523-9850-2F23D9FE423F}" dt="2024-06-26T16:02:00.496" v="2124" actId="26606"/>
          <ac:spMkLst>
            <pc:docMk/>
            <pc:sldMk cId="977736195" sldId="259"/>
            <ac:spMk id="10" creationId="{3B2E3793-BFE6-45A2-9B7B-E18844431C99}"/>
          </ac:spMkLst>
        </pc:spChg>
        <pc:spChg chg="add">
          <ac:chgData name="Bhavuk Mudgal" userId="b008348a-5837-4350-9852-6474d864fc9c" providerId="ADAL" clId="{40A59E3D-5572-4523-9850-2F23D9FE423F}" dt="2024-06-26T16:02:00.496" v="2124" actId="26606"/>
          <ac:spMkLst>
            <pc:docMk/>
            <pc:sldMk cId="977736195" sldId="259"/>
            <ac:spMk id="12" creationId="{BC4C4868-CB8F-4AF9-9CDB-8108F2C19B67}"/>
          </ac:spMkLst>
        </pc:spChg>
        <pc:spChg chg="add">
          <ac:chgData name="Bhavuk Mudgal" userId="b008348a-5837-4350-9852-6474d864fc9c" providerId="ADAL" clId="{40A59E3D-5572-4523-9850-2F23D9FE423F}" dt="2024-06-26T16:02:00.496" v="2124" actId="26606"/>
          <ac:spMkLst>
            <pc:docMk/>
            <pc:sldMk cId="977736195" sldId="259"/>
            <ac:spMk id="14" creationId="{375E0459-6403-40CD-989D-56A4407CA12E}"/>
          </ac:spMkLst>
        </pc:spChg>
        <pc:spChg chg="add">
          <ac:chgData name="Bhavuk Mudgal" userId="b008348a-5837-4350-9852-6474d864fc9c" providerId="ADAL" clId="{40A59E3D-5572-4523-9850-2F23D9FE423F}" dt="2024-06-26T16:02:00.496" v="2124" actId="26606"/>
          <ac:spMkLst>
            <pc:docMk/>
            <pc:sldMk cId="977736195" sldId="259"/>
            <ac:spMk id="16" creationId="{53E5B1A8-3AC9-4BD1-9BBC-78CA94F2D1BA}"/>
          </ac:spMkLst>
        </pc:spChg>
      </pc:sldChg>
      <pc:sldChg chg="addSp delSp modSp new mod">
        <pc:chgData name="Bhavuk Mudgal" userId="b008348a-5837-4350-9852-6474d864fc9c" providerId="ADAL" clId="{40A59E3D-5572-4523-9850-2F23D9FE423F}" dt="2024-06-24T08:09:49.732" v="912" actId="14100"/>
        <pc:sldMkLst>
          <pc:docMk/>
          <pc:sldMk cId="2309447099" sldId="260"/>
        </pc:sldMkLst>
        <pc:spChg chg="mod">
          <ac:chgData name="Bhavuk Mudgal" userId="b008348a-5837-4350-9852-6474d864fc9c" providerId="ADAL" clId="{40A59E3D-5572-4523-9850-2F23D9FE423F}" dt="2024-06-24T07:46:21.040" v="862" actId="1076"/>
          <ac:spMkLst>
            <pc:docMk/>
            <pc:sldMk cId="2309447099" sldId="260"/>
            <ac:spMk id="2" creationId="{F6EFDCF1-2B72-AA8D-1F93-7CF0CA7BC00B}"/>
          </ac:spMkLst>
        </pc:spChg>
        <pc:spChg chg="del">
          <ac:chgData name="Bhavuk Mudgal" userId="b008348a-5837-4350-9852-6474d864fc9c" providerId="ADAL" clId="{40A59E3D-5572-4523-9850-2F23D9FE423F}" dt="2024-06-24T07:45:16.529" v="856" actId="478"/>
          <ac:spMkLst>
            <pc:docMk/>
            <pc:sldMk cId="2309447099" sldId="260"/>
            <ac:spMk id="3" creationId="{1EB8AF53-F134-3A55-F63F-A1DDE480962E}"/>
          </ac:spMkLst>
        </pc:spChg>
        <pc:picChg chg="add del mod">
          <ac:chgData name="Bhavuk Mudgal" userId="b008348a-5837-4350-9852-6474d864fc9c" providerId="ADAL" clId="{40A59E3D-5572-4523-9850-2F23D9FE423F}" dt="2024-06-24T08:09:34.127" v="907" actId="478"/>
          <ac:picMkLst>
            <pc:docMk/>
            <pc:sldMk cId="2309447099" sldId="260"/>
            <ac:picMk id="5" creationId="{B6786EB5-299C-42B2-DD53-B1ED4C0FB20D}"/>
          </ac:picMkLst>
        </pc:picChg>
        <pc:picChg chg="add mod">
          <ac:chgData name="Bhavuk Mudgal" userId="b008348a-5837-4350-9852-6474d864fc9c" providerId="ADAL" clId="{40A59E3D-5572-4523-9850-2F23D9FE423F}" dt="2024-06-24T08:09:49.732" v="912" actId="14100"/>
          <ac:picMkLst>
            <pc:docMk/>
            <pc:sldMk cId="2309447099" sldId="260"/>
            <ac:picMk id="7" creationId="{04BFCEEE-90BA-A96C-41CF-ECC9558FB253}"/>
          </ac:picMkLst>
        </pc:picChg>
      </pc:sldChg>
      <pc:sldChg chg="addSp modSp new mod">
        <pc:chgData name="Bhavuk Mudgal" userId="b008348a-5837-4350-9852-6474d864fc9c" providerId="ADAL" clId="{40A59E3D-5572-4523-9850-2F23D9FE423F}" dt="2024-06-24T14:13:47.705" v="1151" actId="14100"/>
        <pc:sldMkLst>
          <pc:docMk/>
          <pc:sldMk cId="3218971648" sldId="261"/>
        </pc:sldMkLst>
        <pc:spChg chg="mod">
          <ac:chgData name="Bhavuk Mudgal" userId="b008348a-5837-4350-9852-6474d864fc9c" providerId="ADAL" clId="{40A59E3D-5572-4523-9850-2F23D9FE423F}" dt="2024-06-24T14:13:18.847" v="1143" actId="1076"/>
          <ac:spMkLst>
            <pc:docMk/>
            <pc:sldMk cId="3218971648" sldId="261"/>
            <ac:spMk id="2" creationId="{2363D9E8-BB24-A0D7-FD84-D5F08B8116AC}"/>
          </ac:spMkLst>
        </pc:spChg>
        <pc:spChg chg="mod">
          <ac:chgData name="Bhavuk Mudgal" userId="b008348a-5837-4350-9852-6474d864fc9c" providerId="ADAL" clId="{40A59E3D-5572-4523-9850-2F23D9FE423F}" dt="2024-06-24T14:13:26.277" v="1145" actId="14100"/>
          <ac:spMkLst>
            <pc:docMk/>
            <pc:sldMk cId="3218971648" sldId="261"/>
            <ac:spMk id="3" creationId="{4DBC7455-477A-A593-4ECE-18B2282AF5B9}"/>
          </ac:spMkLst>
        </pc:spChg>
        <pc:picChg chg="add mod">
          <ac:chgData name="Bhavuk Mudgal" userId="b008348a-5837-4350-9852-6474d864fc9c" providerId="ADAL" clId="{40A59E3D-5572-4523-9850-2F23D9FE423F}" dt="2024-06-24T14:13:47.705" v="1151" actId="14100"/>
          <ac:picMkLst>
            <pc:docMk/>
            <pc:sldMk cId="3218971648" sldId="261"/>
            <ac:picMk id="5" creationId="{6026A373-89B8-8F41-D873-F7F5967CC0C2}"/>
          </ac:picMkLst>
        </pc:picChg>
      </pc:sldChg>
      <pc:sldChg chg="addSp delSp modSp new mod setBg">
        <pc:chgData name="Bhavuk Mudgal" userId="b008348a-5837-4350-9852-6474d864fc9c" providerId="ADAL" clId="{40A59E3D-5572-4523-9850-2F23D9FE423F}" dt="2024-06-24T14:15:23.511" v="1189" actId="14100"/>
        <pc:sldMkLst>
          <pc:docMk/>
          <pc:sldMk cId="3389501640" sldId="262"/>
        </pc:sldMkLst>
        <pc:spChg chg="mod">
          <ac:chgData name="Bhavuk Mudgal" userId="b008348a-5837-4350-9852-6474d864fc9c" providerId="ADAL" clId="{40A59E3D-5572-4523-9850-2F23D9FE423F}" dt="2024-06-24T14:15:15.202" v="1187" actId="26606"/>
          <ac:spMkLst>
            <pc:docMk/>
            <pc:sldMk cId="3389501640" sldId="262"/>
            <ac:spMk id="2" creationId="{1910C1C5-80C7-79B9-0F11-1DE4F49F7908}"/>
          </ac:spMkLst>
        </pc:spChg>
        <pc:spChg chg="del">
          <ac:chgData name="Bhavuk Mudgal" userId="b008348a-5837-4350-9852-6474d864fc9c" providerId="ADAL" clId="{40A59E3D-5572-4523-9850-2F23D9FE423F}" dt="2024-06-24T14:14:57.137" v="1182" actId="478"/>
          <ac:spMkLst>
            <pc:docMk/>
            <pc:sldMk cId="3389501640" sldId="262"/>
            <ac:spMk id="3" creationId="{96B4BB52-1E46-6A7D-F0FC-07827E6A2549}"/>
          </ac:spMkLst>
        </pc:spChg>
        <pc:spChg chg="add">
          <ac:chgData name="Bhavuk Mudgal" userId="b008348a-5837-4350-9852-6474d864fc9c" providerId="ADAL" clId="{40A59E3D-5572-4523-9850-2F23D9FE423F}" dt="2024-06-24T14:15:15.202" v="1187" actId="26606"/>
          <ac:spMkLst>
            <pc:docMk/>
            <pc:sldMk cId="3389501640" sldId="262"/>
            <ac:spMk id="10" creationId="{A4AC5506-6312-4701-8D3C-40187889A947}"/>
          </ac:spMkLst>
        </pc:spChg>
        <pc:picChg chg="add mod">
          <ac:chgData name="Bhavuk Mudgal" userId="b008348a-5837-4350-9852-6474d864fc9c" providerId="ADAL" clId="{40A59E3D-5572-4523-9850-2F23D9FE423F}" dt="2024-06-24T14:15:23.511" v="1189" actId="14100"/>
          <ac:picMkLst>
            <pc:docMk/>
            <pc:sldMk cId="3389501640" sldId="262"/>
            <ac:picMk id="5" creationId="{291C1AB2-2B30-9F40-7250-11DE5D7D2AAA}"/>
          </ac:picMkLst>
        </pc:picChg>
      </pc:sldChg>
      <pc:sldChg chg="addSp delSp modSp new mod ord">
        <pc:chgData name="Bhavuk Mudgal" userId="b008348a-5837-4350-9852-6474d864fc9c" providerId="ADAL" clId="{40A59E3D-5572-4523-9850-2F23D9FE423F}" dt="2024-06-25T14:11:14.817" v="1277" actId="14100"/>
        <pc:sldMkLst>
          <pc:docMk/>
          <pc:sldMk cId="1429469986" sldId="263"/>
        </pc:sldMkLst>
        <pc:spChg chg="mod">
          <ac:chgData name="Bhavuk Mudgal" userId="b008348a-5837-4350-9852-6474d864fc9c" providerId="ADAL" clId="{40A59E3D-5572-4523-9850-2F23D9FE423F}" dt="2024-06-25T14:09:48.977" v="1272" actId="1076"/>
          <ac:spMkLst>
            <pc:docMk/>
            <pc:sldMk cId="1429469986" sldId="263"/>
            <ac:spMk id="2" creationId="{2B78C5D0-D3B2-8851-A018-E1FE49CE0BA0}"/>
          </ac:spMkLst>
        </pc:spChg>
        <pc:spChg chg="del">
          <ac:chgData name="Bhavuk Mudgal" userId="b008348a-5837-4350-9852-6474d864fc9c" providerId="ADAL" clId="{40A59E3D-5572-4523-9850-2F23D9FE423F}" dt="2024-06-25T14:09:52.397" v="1273" actId="478"/>
          <ac:spMkLst>
            <pc:docMk/>
            <pc:sldMk cId="1429469986" sldId="263"/>
            <ac:spMk id="3" creationId="{AFB46895-484B-1A78-1718-E063702DB1CB}"/>
          </ac:spMkLst>
        </pc:spChg>
        <pc:picChg chg="add mod">
          <ac:chgData name="Bhavuk Mudgal" userId="b008348a-5837-4350-9852-6474d864fc9c" providerId="ADAL" clId="{40A59E3D-5572-4523-9850-2F23D9FE423F}" dt="2024-06-25T14:11:14.817" v="1277" actId="14100"/>
          <ac:picMkLst>
            <pc:docMk/>
            <pc:sldMk cId="1429469986" sldId="263"/>
            <ac:picMk id="5" creationId="{F0E1596A-8E1A-6D5A-B5B7-5850065E3003}"/>
          </ac:picMkLst>
        </pc:picChg>
      </pc:sldChg>
      <pc:sldChg chg="addSp delSp modSp add mod ord setBg">
        <pc:chgData name="Bhavuk Mudgal" userId="b008348a-5837-4350-9852-6474d864fc9c" providerId="ADAL" clId="{40A59E3D-5572-4523-9850-2F23D9FE423F}" dt="2024-06-26T16:01:00.404" v="2115" actId="26606"/>
        <pc:sldMkLst>
          <pc:docMk/>
          <pc:sldMk cId="1604580841" sldId="264"/>
        </pc:sldMkLst>
        <pc:spChg chg="mod">
          <ac:chgData name="Bhavuk Mudgal" userId="b008348a-5837-4350-9852-6474d864fc9c" providerId="ADAL" clId="{40A59E3D-5572-4523-9850-2F23D9FE423F}" dt="2024-06-26T16:01:00.404" v="2115" actId="26606"/>
          <ac:spMkLst>
            <pc:docMk/>
            <pc:sldMk cId="1604580841" sldId="264"/>
            <ac:spMk id="2" creationId="{2B78C5D0-D3B2-8851-A018-E1FE49CE0BA0}"/>
          </ac:spMkLst>
        </pc:spChg>
        <pc:spChg chg="add">
          <ac:chgData name="Bhavuk Mudgal" userId="b008348a-5837-4350-9852-6474d864fc9c" providerId="ADAL" clId="{40A59E3D-5572-4523-9850-2F23D9FE423F}" dt="2024-06-26T16:01:00.404" v="2115" actId="26606"/>
          <ac:spMkLst>
            <pc:docMk/>
            <pc:sldMk cId="1604580841" sldId="264"/>
            <ac:spMk id="9" creationId="{A4AC5506-6312-4701-8D3C-40187889A947}"/>
          </ac:spMkLst>
        </pc:spChg>
        <pc:picChg chg="add mod">
          <ac:chgData name="Bhavuk Mudgal" userId="b008348a-5837-4350-9852-6474d864fc9c" providerId="ADAL" clId="{40A59E3D-5572-4523-9850-2F23D9FE423F}" dt="2024-06-26T16:01:00.404" v="2115" actId="26606"/>
          <ac:picMkLst>
            <pc:docMk/>
            <pc:sldMk cId="1604580841" sldId="264"/>
            <ac:picMk id="4" creationId="{64046185-0EC3-0B6F-FF10-33AF6FCA8D28}"/>
          </ac:picMkLst>
        </pc:picChg>
        <pc:picChg chg="del">
          <ac:chgData name="Bhavuk Mudgal" userId="b008348a-5837-4350-9852-6474d864fc9c" providerId="ADAL" clId="{40A59E3D-5572-4523-9850-2F23D9FE423F}" dt="2024-06-25T14:19:44.975" v="1292" actId="478"/>
          <ac:picMkLst>
            <pc:docMk/>
            <pc:sldMk cId="1604580841" sldId="264"/>
            <ac:picMk id="5" creationId="{F0E1596A-8E1A-6D5A-B5B7-5850065E3003}"/>
          </ac:picMkLst>
        </pc:picChg>
      </pc:sldChg>
      <pc:sldChg chg="addSp delSp modSp new mod setBg">
        <pc:chgData name="Bhavuk Mudgal" userId="b008348a-5837-4350-9852-6474d864fc9c" providerId="ADAL" clId="{40A59E3D-5572-4523-9850-2F23D9FE423F}" dt="2024-06-26T16:01:37.328" v="2123" actId="26606"/>
        <pc:sldMkLst>
          <pc:docMk/>
          <pc:sldMk cId="3168954931" sldId="265"/>
        </pc:sldMkLst>
        <pc:spChg chg="mod">
          <ac:chgData name="Bhavuk Mudgal" userId="b008348a-5837-4350-9852-6474d864fc9c" providerId="ADAL" clId="{40A59E3D-5572-4523-9850-2F23D9FE423F}" dt="2024-06-26T16:01:37.328" v="2123" actId="26606"/>
          <ac:spMkLst>
            <pc:docMk/>
            <pc:sldMk cId="3168954931" sldId="265"/>
            <ac:spMk id="2" creationId="{D2FCB392-D321-4990-7D88-BA677AC21551}"/>
          </ac:spMkLst>
        </pc:spChg>
        <pc:spChg chg="mod">
          <ac:chgData name="Bhavuk Mudgal" userId="b008348a-5837-4350-9852-6474d864fc9c" providerId="ADAL" clId="{40A59E3D-5572-4523-9850-2F23D9FE423F}" dt="2024-06-26T16:01:37.328" v="2123" actId="26606"/>
          <ac:spMkLst>
            <pc:docMk/>
            <pc:sldMk cId="3168954931" sldId="265"/>
            <ac:spMk id="3" creationId="{7A2CB365-7541-DF86-076E-57F84A35B2F6}"/>
          </ac:spMkLst>
        </pc:spChg>
        <pc:spChg chg="add del">
          <ac:chgData name="Bhavuk Mudgal" userId="b008348a-5837-4350-9852-6474d864fc9c" providerId="ADAL" clId="{40A59E3D-5572-4523-9850-2F23D9FE423F}" dt="2024-06-26T16:01:27.139" v="2121" actId="26606"/>
          <ac:spMkLst>
            <pc:docMk/>
            <pc:sldMk cId="3168954931" sldId="265"/>
            <ac:spMk id="8" creationId="{09588DA8-065E-4F6F-8EFD-43104AB2E0CF}"/>
          </ac:spMkLst>
        </pc:spChg>
        <pc:spChg chg="add del">
          <ac:chgData name="Bhavuk Mudgal" userId="b008348a-5837-4350-9852-6474d864fc9c" providerId="ADAL" clId="{40A59E3D-5572-4523-9850-2F23D9FE423F}" dt="2024-06-26T16:01:27.139" v="2121" actId="26606"/>
          <ac:spMkLst>
            <pc:docMk/>
            <pc:sldMk cId="3168954931" sldId="265"/>
            <ac:spMk id="10" creationId="{C4285719-470E-454C-AF62-8323075F1F5B}"/>
          </ac:spMkLst>
        </pc:spChg>
        <pc:spChg chg="add del">
          <ac:chgData name="Bhavuk Mudgal" userId="b008348a-5837-4350-9852-6474d864fc9c" providerId="ADAL" clId="{40A59E3D-5572-4523-9850-2F23D9FE423F}" dt="2024-06-26T16:01:27.139" v="2121" actId="26606"/>
          <ac:spMkLst>
            <pc:docMk/>
            <pc:sldMk cId="3168954931" sldId="265"/>
            <ac:spMk id="12" creationId="{CD9FE4EF-C4D8-49A0-B2FF-81D8DB7D8A24}"/>
          </ac:spMkLst>
        </pc:spChg>
        <pc:spChg chg="add del">
          <ac:chgData name="Bhavuk Mudgal" userId="b008348a-5837-4350-9852-6474d864fc9c" providerId="ADAL" clId="{40A59E3D-5572-4523-9850-2F23D9FE423F}" dt="2024-06-26T16:01:27.139" v="2121" actId="26606"/>
          <ac:spMkLst>
            <pc:docMk/>
            <pc:sldMk cId="3168954931" sldId="265"/>
            <ac:spMk id="14" creationId="{4300840D-0A0B-4512-BACA-B439D5B9C57C}"/>
          </ac:spMkLst>
        </pc:spChg>
        <pc:spChg chg="add del">
          <ac:chgData name="Bhavuk Mudgal" userId="b008348a-5837-4350-9852-6474d864fc9c" providerId="ADAL" clId="{40A59E3D-5572-4523-9850-2F23D9FE423F}" dt="2024-06-26T16:01:27.139" v="2121" actId="26606"/>
          <ac:spMkLst>
            <pc:docMk/>
            <pc:sldMk cId="3168954931" sldId="265"/>
            <ac:spMk id="16" creationId="{D2B78728-A580-49A7-84F9-6EF6F583ADE0}"/>
          </ac:spMkLst>
        </pc:spChg>
        <pc:spChg chg="add del">
          <ac:chgData name="Bhavuk Mudgal" userId="b008348a-5837-4350-9852-6474d864fc9c" providerId="ADAL" clId="{40A59E3D-5572-4523-9850-2F23D9FE423F}" dt="2024-06-26T16:01:27.139" v="2121" actId="26606"/>
          <ac:spMkLst>
            <pc:docMk/>
            <pc:sldMk cId="3168954931" sldId="265"/>
            <ac:spMk id="18" creationId="{38FAA1A1-D861-433F-88FA-1E9D6FD31D11}"/>
          </ac:spMkLst>
        </pc:spChg>
        <pc:spChg chg="add del">
          <ac:chgData name="Bhavuk Mudgal" userId="b008348a-5837-4350-9852-6474d864fc9c" providerId="ADAL" clId="{40A59E3D-5572-4523-9850-2F23D9FE423F}" dt="2024-06-26T16:01:27.139" v="2121" actId="26606"/>
          <ac:spMkLst>
            <pc:docMk/>
            <pc:sldMk cId="3168954931" sldId="265"/>
            <ac:spMk id="20" creationId="{8D71EDA1-87BF-4D5D-AB79-F346FD19278A}"/>
          </ac:spMkLst>
        </pc:spChg>
        <pc:spChg chg="add del">
          <ac:chgData name="Bhavuk Mudgal" userId="b008348a-5837-4350-9852-6474d864fc9c" providerId="ADAL" clId="{40A59E3D-5572-4523-9850-2F23D9FE423F}" dt="2024-06-26T16:01:37.328" v="2123" actId="26606"/>
          <ac:spMkLst>
            <pc:docMk/>
            <pc:sldMk cId="3168954931" sldId="265"/>
            <ac:spMk id="22" creationId="{1B15ED52-F352-441B-82BF-E0EA34836D08}"/>
          </ac:spMkLst>
        </pc:spChg>
        <pc:spChg chg="add del">
          <ac:chgData name="Bhavuk Mudgal" userId="b008348a-5837-4350-9852-6474d864fc9c" providerId="ADAL" clId="{40A59E3D-5572-4523-9850-2F23D9FE423F}" dt="2024-06-26T16:01:37.328" v="2123" actId="26606"/>
          <ac:spMkLst>
            <pc:docMk/>
            <pc:sldMk cId="3168954931" sldId="265"/>
            <ac:spMk id="23" creationId="{3B2E3793-BFE6-45A2-9B7B-E18844431C99}"/>
          </ac:spMkLst>
        </pc:spChg>
        <pc:spChg chg="add del">
          <ac:chgData name="Bhavuk Mudgal" userId="b008348a-5837-4350-9852-6474d864fc9c" providerId="ADAL" clId="{40A59E3D-5572-4523-9850-2F23D9FE423F}" dt="2024-06-26T16:01:37.328" v="2123" actId="26606"/>
          <ac:spMkLst>
            <pc:docMk/>
            <pc:sldMk cId="3168954931" sldId="265"/>
            <ac:spMk id="24" creationId="{BC4C4868-CB8F-4AF9-9CDB-8108F2C19B67}"/>
          </ac:spMkLst>
        </pc:spChg>
        <pc:spChg chg="add del">
          <ac:chgData name="Bhavuk Mudgal" userId="b008348a-5837-4350-9852-6474d864fc9c" providerId="ADAL" clId="{40A59E3D-5572-4523-9850-2F23D9FE423F}" dt="2024-06-26T16:01:37.328" v="2123" actId="26606"/>
          <ac:spMkLst>
            <pc:docMk/>
            <pc:sldMk cId="3168954931" sldId="265"/>
            <ac:spMk id="25" creationId="{375E0459-6403-40CD-989D-56A4407CA12E}"/>
          </ac:spMkLst>
        </pc:spChg>
        <pc:spChg chg="add del">
          <ac:chgData name="Bhavuk Mudgal" userId="b008348a-5837-4350-9852-6474d864fc9c" providerId="ADAL" clId="{40A59E3D-5572-4523-9850-2F23D9FE423F}" dt="2024-06-26T16:01:37.328" v="2123" actId="26606"/>
          <ac:spMkLst>
            <pc:docMk/>
            <pc:sldMk cId="3168954931" sldId="265"/>
            <ac:spMk id="26" creationId="{53E5B1A8-3AC9-4BD1-9BBC-78CA94F2D1B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7D01EF-A319-83CE-D04A-4C22C40A3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A32EE90-4F30-D879-6AE8-368038F4E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506D83A-1D52-A5CC-AC8A-BBFB203F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46EF28-D663-C4F4-5C2D-AFB3C9A3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A52486-BAA2-2210-F00D-0658EDFD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5068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238D91-F888-8C33-809D-4BEF235A5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2B2189-EB76-6237-FF53-D49B40A55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029205-3A42-66AD-2E3B-1B18CC91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92A184-F41A-5F09-E66F-E784B3B9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1DA92F1-05FA-C74B-F1C3-87AC154D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0821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F0B794-43B0-C37D-EF3F-76F448224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B1CA606-ED1F-EAF4-E98E-16ED37505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F7AAAD-8652-29EE-008F-DB136D2A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F0D82D-D461-D079-679D-833810C2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4EC96F-971D-CECD-9FAE-520D17B5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83485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9A279A-325C-DC5A-57E9-C60B45C8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D2B517-FFC8-FC3E-700A-881E75DBD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20FF113-76FB-39AD-22D3-1973B5423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81ED47-60A0-D58F-4670-6C294698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2566430-82E6-5EC2-DE80-FAF04761C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64982A5-D9C7-D699-9936-06BCC337C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096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196CEE-38EE-101E-8801-983ED5F06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6DE4E30-3947-6B5C-2450-89D0D8CC0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0972202-D06F-3E68-7221-36352D3CF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8EE8504-31F5-574F-2D9A-5768EB3F1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3C0C547-F0AC-7226-569B-00337D99D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45A709A-748A-DB46-CA11-E91D7233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7CEAE85-7C9E-1C50-4055-B4D4C807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B766EA4-C004-3574-575D-C941EE5E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68324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D8AC60-6F66-1D1D-9C47-CDA3CAE9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3D3AC17-B3D9-DB00-2FAB-21EDBC97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85EBED9-35D3-7609-D06A-0331AB7D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E2CA756-43F3-4DB6-4727-34F9F9541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924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63ACB6F-7311-6844-32C3-EF21DFC9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2E9DCAA-3AE0-9FCB-09C0-ED7761EA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D0CA5D6-A9C4-5F8B-9D7F-B51EEA34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7046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9A3B6A-5D0C-57DF-6B98-CB4DC3D8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DD2377-DC5B-280D-7540-DCDF936EF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D7AE507-0CA1-320E-484D-276B456A8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35661FB-6758-1B16-A32E-1CB874E5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36D8CC3-0605-D69C-E5D7-5DA15D00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2F97E6C-8171-10BF-AECB-6986C0C0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5136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B50ED7-9708-70B1-B469-605058B0D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F61408B-CC9D-A3AC-E214-F687ABC56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759235D-52F6-5819-E3AE-A638E5C6E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3858414-AB96-CC17-C904-96EB5EF0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69E37C3-6DDD-96E5-D17A-49ED4042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48B6F73-8F46-CBB5-62CE-3C8793D1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7852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5AFDD7-4DCC-7DB4-1A1E-578C8CDF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1D250E8-B644-0379-AD21-FAE5FF5EE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985E33-614A-B88E-8C5B-75C66850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EBBB95B-0CC1-AC2E-9A90-F9DA31DB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606684A-842F-4C1D-46DF-5AB4CDC9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7665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5A5DB9C-CAEA-6F2E-9335-9C097542A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55F629D-68AF-1E7B-07C1-8E5016F28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F97BE8-C2E3-8EE0-479D-7DE6B22A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5E63D10-C4C7-3CA5-8AF2-0EDA2CCB1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BF1BBA-64ED-B938-B15E-13430750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815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01F41D7-5C3A-2603-BE89-94A143F4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68F93C-AFC4-BB9B-98B7-8B95C21A7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3262F3-68EC-CD5C-A745-6F4E5C832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23690-D7C8-4FCF-A79F-171EFEA7AA61}" type="datetimeFigureOut">
              <a:rPr lang="en-IN" smtClean="0"/>
              <a:pPr/>
              <a:t>30-06-2024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076FB5D-EA25-C921-F2D7-4251CA340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5F698FF-3C29-1787-854C-F3B984732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29736-9EED-4086-826A-2ED21F889B6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9981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idr.xyz/" TargetMode="External"/><Relationship Id="rId2" Type="http://schemas.openxmlformats.org/officeDocument/2006/relationships/hyperlink" Target="https://www.site24x7.com/tools/ipv4-subnetcalculator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4272" y="305240"/>
            <a:ext cx="9144000" cy="823169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5"/>
                </a:solidFill>
              </a:rPr>
              <a:t>Custom AWS VPC Scenario</a:t>
            </a:r>
            <a:endParaRPr lang="en-US" sz="4000" b="1" dirty="0">
              <a:solidFill>
                <a:schemeClr val="accent5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74323"/>
            <a:ext cx="9144000" cy="4601183"/>
          </a:xfrm>
        </p:spPr>
        <p:txBody>
          <a:bodyPr>
            <a:noAutofit/>
          </a:bodyPr>
          <a:lstStyle/>
          <a:p>
            <a:pPr algn="l"/>
            <a:r>
              <a:rPr lang="en-US" sz="2000" dirty="0" smtClean="0"/>
              <a:t>You have joined as </a:t>
            </a:r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a </a:t>
            </a:r>
            <a:r>
              <a:rPr lang="en-US" sz="2000" dirty="0" err="1" smtClean="0">
                <a:solidFill>
                  <a:schemeClr val="accent5"/>
                </a:solidFill>
              </a:rPr>
              <a:t>DevOps</a:t>
            </a:r>
            <a:r>
              <a:rPr lang="en-US" sz="2000" dirty="0" smtClean="0">
                <a:solidFill>
                  <a:schemeClr val="accent5"/>
                </a:solidFill>
              </a:rPr>
              <a:t> Engineer </a:t>
            </a:r>
            <a:r>
              <a:rPr lang="en-US" sz="2000" dirty="0" smtClean="0"/>
              <a:t>at Company ABC. The company has an AWS account which you can access with Administrator IAM permissions. You have been given a CIDR range to be used with a new custom VPC, </a:t>
            </a:r>
            <a:r>
              <a:rPr lang="en-US" sz="2000" dirty="0" smtClean="0">
                <a:solidFill>
                  <a:schemeClr val="accent5"/>
                </a:solidFill>
              </a:rPr>
              <a:t>10.0.0.0/20</a:t>
            </a:r>
          </a:p>
          <a:p>
            <a:pPr algn="l"/>
            <a:r>
              <a:rPr lang="en-US" sz="2000" dirty="0" smtClean="0">
                <a:solidFill>
                  <a:schemeClr val="accent5"/>
                </a:solidFill>
              </a:rPr>
              <a:t>Custom VPC Requirements:</a:t>
            </a:r>
            <a:endParaRPr lang="en-US" sz="2000" dirty="0" smtClean="0">
              <a:solidFill>
                <a:schemeClr val="accent5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 4 subnets in this VPC, 2 public and 2 private spread across 2 Availability Zones (AZ).</a:t>
            </a:r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 Attach an IGW (Internet Gateway) to the VPC to allow bidirectional internet access.</a:t>
            </a:r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Create a NAT Gateway to allow the private EC2 instance in the private subnet to download software updates from repository hosted on internet.</a:t>
            </a:r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Create an EC2 Linux instance to work as Bastion Host or Jump server so that you can SSH into it from your laptop.</a:t>
            </a:r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Create relevant Security Groups and Route Tables.</a:t>
            </a:r>
          </a:p>
          <a:p>
            <a:pPr algn="l"/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EFDCF1-2B72-AA8D-1F93-7CF0CA7BC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896" y="320627"/>
            <a:ext cx="9144000" cy="515220"/>
          </a:xfrm>
        </p:spPr>
        <p:txBody>
          <a:bodyPr>
            <a:normAutofit/>
          </a:bodyPr>
          <a:lstStyle/>
          <a:p>
            <a:r>
              <a:rPr lang="en-US" sz="2800" b="1" dirty="0"/>
              <a:t>Custom VPC Architecture</a:t>
            </a:r>
            <a:endParaRPr lang="en-IN" sz="2800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04BFCEEE-90BA-A96C-41CF-ECC9558FB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170039" y="1272201"/>
            <a:ext cx="10216728" cy="509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944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1B15ED52-F352-441B-82BF-E0EA34836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B2E3793-BFE6-45A2-9B7B-E18844431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C4C4868-CB8F-4AF9-9CDB-8108F2C19B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5E0459-6403-40CD-989D-56A4407CA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53E5B1A8-3AC9-4BD1-9BBC-78CA94F2D1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54C021-BD8C-8E4B-9183-6F1F5D9DA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 VPC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A92C5C3-9EB1-E254-B56B-30F75BE1B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When you create a VPC, a </a:t>
            </a:r>
            <a:r>
              <a:rPr lang="en-US" sz="2000" b="1" dirty="0"/>
              <a:t>default route table</a:t>
            </a:r>
            <a:r>
              <a:rPr lang="en-US" sz="2000" dirty="0"/>
              <a:t>, </a:t>
            </a:r>
            <a:r>
              <a:rPr lang="en-US" sz="2000" b="1" dirty="0"/>
              <a:t>Network Access Control List</a:t>
            </a:r>
            <a:r>
              <a:rPr lang="en-US" sz="2000" dirty="0"/>
              <a:t> and </a:t>
            </a:r>
            <a:r>
              <a:rPr lang="en-US" sz="2000" b="1" dirty="0"/>
              <a:t>default security group </a:t>
            </a:r>
            <a:r>
              <a:rPr lang="en-US" sz="2000" dirty="0"/>
              <a:t>are automatically created. It won't create any subnets, nor it will create a default internet gateway.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Example: CIDR: 10.0.0.0/20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Subnets: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https://www.site24x7.com/tools/ipv4-subnetcalculator.html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https://cidr.xyz/</a:t>
            </a:r>
            <a:endParaRPr lang="en-US" sz="20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Create the VPC, public &amp; private subnets, custom route tables, internet gateways, NAT gateway, EC2 Instances, Security Groups etc.</a:t>
            </a:r>
          </a:p>
        </p:txBody>
      </p:sp>
    </p:spTree>
    <p:extLst>
      <p:ext uri="{BB962C8B-B14F-4D97-AF65-F5344CB8AC3E}">
        <p14:creationId xmlns:p14="http://schemas.microsoft.com/office/powerpoint/2010/main" xmlns="" val="97773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230</Words>
  <Application>Microsoft Office PowerPoint</Application>
  <PresentationFormat>Custom</PresentationFormat>
  <Paragraphs>16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Custom AWS VPC Scenario</vt:lpstr>
      <vt:lpstr>Custom VPC Architecture</vt:lpstr>
      <vt:lpstr>Custom VPC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VPC (Virtual Private Cloud)</dc:title>
  <dc:creator>Tech Apricate</dc:creator>
  <cp:lastModifiedBy>Bhavuk Mudgal</cp:lastModifiedBy>
  <cp:revision>11</cp:revision>
  <dcterms:created xsi:type="dcterms:W3CDTF">2024-06-16T02:14:56Z</dcterms:created>
  <dcterms:modified xsi:type="dcterms:W3CDTF">2024-06-30T10:29:42Z</dcterms:modified>
</cp:coreProperties>
</file>